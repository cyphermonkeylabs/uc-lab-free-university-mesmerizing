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>
                <a:latin typeface="Calibri"/>
              </a:rPr>
              <a:t>UC Lab Free University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latin typeface="Calibri"/>
              </a:rPr>
              <a:t>SIP, CUCM, CUBE, SRST, Expressway, QoS, UCCE, Webex Calling migration.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>
                <a:latin typeface="Calibri"/>
              </a:rPr>
              <a:t>SIP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latin typeface="Calibri"/>
              </a:rPr>
              <a:t>A transaction is not a dialog. 180 alerts. 200 accepts. ACK finishes.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>
                <a:latin typeface="Calibri"/>
              </a:rPr>
              <a:t>Dial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latin typeface="Calibri"/>
              </a:rPr>
              <a:t>Partitions, ordered CSS, route list, route group.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>
                <a:latin typeface="Calibri"/>
              </a:rPr>
              <a:t>CUBE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latin typeface="Calibri"/>
              </a:rPr>
              <a:t>Two dialogs. Read both legs.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>
                <a:latin typeface="Calibri"/>
              </a:rPr>
              <a:t>SRST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latin typeface="Calibri"/>
              </a:rPr>
              <a:t>A planned subset when CUCM is unreachable.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>
                <a:latin typeface="Calibri"/>
              </a:rPr>
              <a:t>Expressway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latin typeface="Calibri"/>
              </a:rPr>
              <a:t>C, E, and a traversal zone. Confirm ports.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>
                <a:latin typeface="Calibri"/>
              </a:rPr>
              <a:t>QoS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latin typeface="Calibri"/>
              </a:rPr>
              <a:t>EF is DSCP 46. LLQ does not create bandwidth.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>
                <a:latin typeface="Calibri"/>
              </a:rPr>
              <a:t>UCCE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latin typeface="Calibri"/>
              </a:rPr>
              <a:t>Script, label, then a number CUCM can route.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>
                <a:latin typeface="Calibri"/>
              </a:rPr>
              <a:t>Migration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latin typeface="Calibri"/>
              </a:rPr>
              <a:t>Dual-run a number you can return.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>
                <a:latin typeface="Calibri"/>
              </a:rPr>
              <a:t>Troubleshooting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latin typeface="Calibri"/>
              </a:rPr>
              <a:t>One hypothesis. One change. Save the ladder.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>
                <a:latin typeface="Calibri"/>
              </a:rPr>
              <a:t>Disclaimer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latin typeface="Calibri"/>
              </a:rPr>
              <a:t>Independent free learning project. Not affiliated or endorsed. Contact cyphermonkeylabs.com. Nothing is sold.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