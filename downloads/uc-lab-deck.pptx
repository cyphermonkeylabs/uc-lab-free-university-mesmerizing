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UC Lab Free University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SIP, CUCM, CUBE, SRST, Expressway, QoS, UCCE, Webex Calling migration.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A transaction is not a dialog. 180 alerts. 200 accepts. ACK finishes.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Dial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Partitions, ordered CSS, route list, route group.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CUBE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Two dialogs. Read both legs.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A planned subset when CUCM is unreachable.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Expressway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C, E, and a traversal zone. Confirm ports.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QoS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EF is DSCP 46. LLQ does not create bandwidth.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UCCE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Script, label, then a number CUCM can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Dual-run a number you can return.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Troubleshooting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One hypothesis. One change. Save the ladder.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Independent free learning project. Not affiliated or endorsed. Contact cyphermonkeylabs.com. Nothing is 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